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72" r:id="rId14"/>
    <p:sldId id="265" r:id="rId15"/>
    <p:sldId id="273" r:id="rId16"/>
    <p:sldId id="266" r:id="rId17"/>
    <p:sldId id="274" r:id="rId18"/>
    <p:sldId id="267" r:id="rId19"/>
    <p:sldId id="268" r:id="rId20"/>
    <p:sldId id="275" r:id="rId21"/>
    <p:sldId id="277" r:id="rId22"/>
    <p:sldId id="278" r:id="rId23"/>
    <p:sldId id="279" r:id="rId24"/>
    <p:sldId id="280" r:id="rId25"/>
    <p:sldId id="276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374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58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4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93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20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01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235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417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88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13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5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2981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975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309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173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771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64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315E4-D780-4427-B8D6-BCBCE580EB4F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FC305-C1A2-46D7-923A-9D10FE1031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945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FB6F-9DD9-25D3-6B50-279C573F8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267712"/>
            <a:ext cx="8677656" cy="1360789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IN" sz="8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58FC9-0C66-0443-5233-5539F1589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60217"/>
            <a:ext cx="9448800" cy="685800"/>
          </a:xfrm>
        </p:spPr>
        <p:txBody>
          <a:bodyPr/>
          <a:lstStyle/>
          <a:p>
            <a:r>
              <a:rPr lang="en-IN" dirty="0"/>
              <a:t>Using RAG pipeline with Terraform Deployment and Nagios Monitoring.</a:t>
            </a:r>
          </a:p>
        </p:txBody>
      </p:sp>
    </p:spTree>
    <p:extLst>
      <p:ext uri="{BB962C8B-B14F-4D97-AF65-F5344CB8AC3E}">
        <p14:creationId xmlns:p14="http://schemas.microsoft.com/office/powerpoint/2010/main" val="300866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C2818-7D56-486D-F747-218040896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448" y="749809"/>
            <a:ext cx="4492752" cy="1307592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IN" sz="8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8AC3F-85F9-9E3E-15F0-0AB372808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2670048"/>
          </a:xfrm>
        </p:spPr>
        <p:txBody>
          <a:bodyPr/>
          <a:lstStyle/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consist of 2 main stages: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1) Building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2) Deployment</a:t>
            </a:r>
          </a:p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Building consist of Backend logic, Streamlit application and containerization using Docker.</a:t>
            </a:r>
          </a:p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Deployment stage consist of Provisioning resources uses Terraform and Monitoring using Nagios.</a:t>
            </a:r>
          </a:p>
        </p:txBody>
      </p:sp>
    </p:spTree>
    <p:extLst>
      <p:ext uri="{BB962C8B-B14F-4D97-AF65-F5344CB8AC3E}">
        <p14:creationId xmlns:p14="http://schemas.microsoft.com/office/powerpoint/2010/main" val="3118144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973E-BB65-3B19-C856-7CA599676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744" y="2773342"/>
            <a:ext cx="8260080" cy="1311315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l"/>
            <a:r>
              <a:rPr lang="en-IN" sz="8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Stage</a:t>
            </a:r>
          </a:p>
        </p:txBody>
      </p:sp>
    </p:spTree>
    <p:extLst>
      <p:ext uri="{BB962C8B-B14F-4D97-AF65-F5344CB8AC3E}">
        <p14:creationId xmlns:p14="http://schemas.microsoft.com/office/powerpoint/2010/main" val="143156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7A0CF-AD64-6DDF-B08B-FACC0118E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18237"/>
            <a:ext cx="4785360" cy="668147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IN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bg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D7E42-EEAC-550D-3786-0DBAE579B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94" y="768096"/>
            <a:ext cx="5163012" cy="2825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and smart chunking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Loading through Pymupdf and used a custom sentence level overlap chunking for: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Integrity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Quality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 Performance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Q&amp;A</a:t>
            </a:r>
          </a:p>
          <a:p>
            <a:pPr marL="914400" lvl="2" indent="0">
              <a:buNone/>
            </a:pPr>
            <a:endParaRPr lang="en-IN" sz="2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24DD3-1D19-FA23-917B-2D5EC8D3D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132" y="98433"/>
            <a:ext cx="6620860" cy="66611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4ABAA4-2D82-0614-C140-2C61775094A8}"/>
              </a:ext>
            </a:extLst>
          </p:cNvPr>
          <p:cNvSpPr txBox="1"/>
          <p:nvPr/>
        </p:nvSpPr>
        <p:spPr>
          <a:xfrm>
            <a:off x="85494" y="3611880"/>
            <a:ext cx="51630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Previously used simple character chunking and Lang Chain’s Recursive text splitter which were not this good in retrieval performance.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0C637-86F5-796D-B1E5-5F6871192A01}"/>
              </a:ext>
            </a:extLst>
          </p:cNvPr>
          <p:cNvSpPr txBox="1"/>
          <p:nvPr/>
        </p:nvSpPr>
        <p:spPr>
          <a:xfrm>
            <a:off x="85494" y="5041940"/>
            <a:ext cx="51630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added meta data like page number for future references.</a:t>
            </a:r>
          </a:p>
        </p:txBody>
      </p:sp>
      <p:pic>
        <p:nvPicPr>
          <p:cNvPr id="1026" name="Picture 2" descr="Chunking memorization technique blue gradient concept icon. Grouping ...">
            <a:extLst>
              <a:ext uri="{FF2B5EF4-FFF2-40B4-BE49-F238E27FC236}">
                <a16:creationId xmlns:a16="http://schemas.microsoft.com/office/drawing/2014/main" id="{F60895FB-1D2E-05C6-6E97-B8D839C0C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691" y="118237"/>
            <a:ext cx="769441" cy="769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84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5211-257B-770B-69B4-F9298C3FC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591055"/>
            <a:ext cx="4883017" cy="1417321"/>
          </a:xfrm>
        </p:spPr>
        <p:txBody>
          <a:bodyPr/>
          <a:lstStyle/>
          <a:p>
            <a:pPr marL="0" indent="0">
              <a:buNone/>
            </a:pPr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Embedding Generation</a:t>
            </a:r>
            <a:b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embeddings using Sentence Transformer for better semantic retrieval.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ED690-89FB-5890-0708-056C418D2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817" y="192025"/>
            <a:ext cx="6449325" cy="63445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578236-6F05-1710-9171-173EA2EE1958}"/>
              </a:ext>
            </a:extLst>
          </p:cNvPr>
          <p:cNvSpPr txBox="1"/>
          <p:nvPr/>
        </p:nvSpPr>
        <p:spPr>
          <a:xfrm>
            <a:off x="502919" y="3008376"/>
            <a:ext cx="48830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added progress bar and total time for user experience and debugging.</a:t>
            </a:r>
          </a:p>
        </p:txBody>
      </p:sp>
      <p:pic>
        <p:nvPicPr>
          <p:cNvPr id="2050" name="Picture 2" descr="Vector Embeddings 101: The New Building Blocks for Generative AI">
            <a:extLst>
              <a:ext uri="{FF2B5EF4-FFF2-40B4-BE49-F238E27FC236}">
                <a16:creationId xmlns:a16="http://schemas.microsoft.com/office/drawing/2014/main" id="{9736A881-F7F4-5BF8-394C-D99975548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72" y="3999052"/>
            <a:ext cx="4926759" cy="2392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470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ACAE-8EDB-932F-598A-CC7027985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575689"/>
            <a:ext cx="5038344" cy="1362840"/>
          </a:xfrm>
        </p:spPr>
        <p:txBody>
          <a:bodyPr/>
          <a:lstStyle/>
          <a:p>
            <a:pPr marL="0" indent="0">
              <a:buNone/>
            </a:pPr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Searching</a:t>
            </a:r>
            <a:b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Semantic similarity used FAISS indexing to search accurately and quickly.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C8FAC-F40A-E3B2-CFFC-E05E0F18B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563" y="794412"/>
            <a:ext cx="6058746" cy="50680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A20A7F-B51B-721D-D49B-914FEA1DD228}"/>
              </a:ext>
            </a:extLst>
          </p:cNvPr>
          <p:cNvSpPr txBox="1"/>
          <p:nvPr/>
        </p:nvSpPr>
        <p:spPr>
          <a:xfrm>
            <a:off x="381000" y="1938529"/>
            <a:ext cx="50383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faiss.IndexFlatIP instead of FlatL2.  As IP acts as cosine similarity which is better in transformers then the normal Euclidean distance.</a:t>
            </a:r>
          </a:p>
        </p:txBody>
      </p:sp>
      <p:pic>
        <p:nvPicPr>
          <p:cNvPr id="3074" name="Picture 2" descr="Billion-scale semantic similarity search with FAISS+SBERT | by Mathew ...">
            <a:extLst>
              <a:ext uri="{FF2B5EF4-FFF2-40B4-BE49-F238E27FC236}">
                <a16:creationId xmlns:a16="http://schemas.microsoft.com/office/drawing/2014/main" id="{77B66687-5911-D587-8317-C227A2D24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8" y="3472922"/>
            <a:ext cx="5563768" cy="302761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591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3E994-A45F-298B-55C1-B01D0B44E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3803904" cy="2020824"/>
          </a:xfrm>
        </p:spPr>
        <p:txBody>
          <a:bodyPr/>
          <a:lstStyle/>
          <a:p>
            <a:pPr marL="0" indent="0">
              <a:buNone/>
            </a:pPr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Show References</a:t>
            </a:r>
            <a:b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Produced pdf pages with yellow highlights from where the answer is being generated for citations.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13CA6-CD6F-7C78-E414-3C62EFA8E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397" y="36577"/>
            <a:ext cx="6069659" cy="655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4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3A6E4-1C9F-3926-48BB-50349EC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66" y="292608"/>
            <a:ext cx="3465430" cy="2117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Output</a:t>
            </a:r>
            <a:b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the output using gpt-4o-mini model from top 6 retrieved chunks in complete sentences.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9F651A-5B14-E07A-426D-F5A1496F4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396" y="292608"/>
            <a:ext cx="8528638" cy="62727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3A8DC9-7E1F-8DCF-08E2-AA12497F1906}"/>
              </a:ext>
            </a:extLst>
          </p:cNvPr>
          <p:cNvSpPr txBox="1"/>
          <p:nvPr/>
        </p:nvSpPr>
        <p:spPr>
          <a:xfrm>
            <a:off x="98966" y="2410409"/>
            <a:ext cx="346543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 GPT model because: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Bert is good at understanding and retrieval but not designed to combine information across multiple sections or timelines.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T5 handles summarization well but often omits finer details.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GPT being generative, produces natural, human-like responses that integrate insights from different parts of the document.</a:t>
            </a:r>
          </a:p>
        </p:txBody>
      </p:sp>
    </p:spTree>
    <p:extLst>
      <p:ext uri="{BB962C8B-B14F-4D97-AF65-F5344CB8AC3E}">
        <p14:creationId xmlns:p14="http://schemas.microsoft.com/office/powerpoint/2010/main" val="3614005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DCC1D-B727-4502-92ED-F9DF8C076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" y="567625"/>
            <a:ext cx="3977640" cy="621095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algn="l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910FF-9C6D-60A8-DC7A-68243F8BF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168" y="1474211"/>
            <a:ext cx="4498848" cy="7460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 basic Streamlit application as user interface for the model.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D7A9F-F38D-272E-8F07-F3937D6B8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" y="2220295"/>
            <a:ext cx="8238744" cy="40700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59DC6D-599F-E1C6-A359-6CAB80C81D0F}"/>
              </a:ext>
            </a:extLst>
          </p:cNvPr>
          <p:cNvSpPr txBox="1"/>
          <p:nvPr/>
        </p:nvSpPr>
        <p:spPr>
          <a:xfrm>
            <a:off x="8705088" y="2880360"/>
            <a:ext cx="32004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Generation progress bar and total chunks produced</a:t>
            </a:r>
          </a:p>
        </p:txBody>
      </p:sp>
    </p:spTree>
    <p:extLst>
      <p:ext uri="{BB962C8B-B14F-4D97-AF65-F5344CB8AC3E}">
        <p14:creationId xmlns:p14="http://schemas.microsoft.com/office/powerpoint/2010/main" val="3684067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E7059D-745B-1073-DDB6-B126BBEF1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93" y="1059007"/>
            <a:ext cx="11090614" cy="54789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D6194F-FC6B-F006-7C5A-8A187ABDADF2}"/>
              </a:ext>
            </a:extLst>
          </p:cNvPr>
          <p:cNvSpPr txBox="1"/>
          <p:nvPr/>
        </p:nvSpPr>
        <p:spPr>
          <a:xfrm>
            <a:off x="5341091" y="566564"/>
            <a:ext cx="63002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time in embedding and start of Q&amp;A</a:t>
            </a:r>
          </a:p>
        </p:txBody>
      </p:sp>
    </p:spTree>
    <p:extLst>
      <p:ext uri="{BB962C8B-B14F-4D97-AF65-F5344CB8AC3E}">
        <p14:creationId xmlns:p14="http://schemas.microsoft.com/office/powerpoint/2010/main" val="3741379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0FDDBD-BEFA-D583-3410-437C158E2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8" y="892960"/>
            <a:ext cx="11850624" cy="58544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860318-A900-789B-5F00-C11CC9432644}"/>
              </a:ext>
            </a:extLst>
          </p:cNvPr>
          <p:cNvSpPr txBox="1"/>
          <p:nvPr/>
        </p:nvSpPr>
        <p:spPr>
          <a:xfrm>
            <a:off x="9845040" y="400517"/>
            <a:ext cx="217627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Output</a:t>
            </a:r>
          </a:p>
        </p:txBody>
      </p:sp>
    </p:spTree>
    <p:extLst>
      <p:ext uri="{BB962C8B-B14F-4D97-AF65-F5344CB8AC3E}">
        <p14:creationId xmlns:p14="http://schemas.microsoft.com/office/powerpoint/2010/main" val="3792749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217C56-E89F-EEB2-B288-7F9C07247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4" y="966112"/>
            <a:ext cx="11548872" cy="570534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A9302C-B95C-377D-B9F4-259D5C51EB85}"/>
              </a:ext>
            </a:extLst>
          </p:cNvPr>
          <p:cNvSpPr txBox="1"/>
          <p:nvPr/>
        </p:nvSpPr>
        <p:spPr>
          <a:xfrm>
            <a:off x="5468112" y="473669"/>
            <a:ext cx="640232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Chunks from where the answer is taken</a:t>
            </a:r>
          </a:p>
        </p:txBody>
      </p:sp>
    </p:spTree>
    <p:extLst>
      <p:ext uri="{BB962C8B-B14F-4D97-AF65-F5344CB8AC3E}">
        <p14:creationId xmlns:p14="http://schemas.microsoft.com/office/powerpoint/2010/main" val="3353797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ADDC5-5E2E-4677-5A8D-273129BB4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" y="1130704"/>
            <a:ext cx="11128248" cy="54975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ED7DC6-13D1-1F2B-0CCE-E1AEF00F77E4}"/>
              </a:ext>
            </a:extLst>
          </p:cNvPr>
          <p:cNvSpPr txBox="1"/>
          <p:nvPr/>
        </p:nvSpPr>
        <p:spPr>
          <a:xfrm>
            <a:off x="7918704" y="638261"/>
            <a:ext cx="385876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Pages for References</a:t>
            </a:r>
          </a:p>
        </p:txBody>
      </p:sp>
    </p:spTree>
    <p:extLst>
      <p:ext uri="{BB962C8B-B14F-4D97-AF65-F5344CB8AC3E}">
        <p14:creationId xmlns:p14="http://schemas.microsoft.com/office/powerpoint/2010/main" val="1767276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B056-C01D-4B81-C26F-8A4142550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314702"/>
            <a:ext cx="5440680" cy="649225"/>
          </a:xfrm>
          <a:solidFill>
            <a:srgbClr val="FFFF00"/>
          </a:solidFill>
        </p:spPr>
        <p:txBody>
          <a:bodyPr/>
          <a:lstStyle/>
          <a:p>
            <a:pPr algn="l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0B529-E2A1-9A2F-D46F-182043A3F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1422658"/>
            <a:ext cx="3243995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Docker to build CPU only model image, as GPU one was taking 9GB of storage which would have affected cloud costing.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Expose the image to Streamlit default port of 8501.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default timeout for building image as image is still large.</a:t>
            </a:r>
          </a:p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Python 3.12 for proper compatibility with sentence transformer, scikit learn and faiss.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5EF08-BA9C-0D2C-7568-B5BE256C9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739" y="1215579"/>
            <a:ext cx="8611802" cy="5534797"/>
          </a:xfrm>
          <a:prstGeom prst="rect">
            <a:avLst/>
          </a:prstGeom>
        </p:spPr>
      </p:pic>
      <p:pic>
        <p:nvPicPr>
          <p:cNvPr id="4102" name="Picture 6" descr="Docker Explained: What are the Advantage of Docker Containerization ...">
            <a:extLst>
              <a:ext uri="{FF2B5EF4-FFF2-40B4-BE49-F238E27FC236}">
                <a16:creationId xmlns:a16="http://schemas.microsoft.com/office/drawing/2014/main" id="{632A5C56-C8B1-1D96-DDA6-FFF04CCDA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07624"/>
            <a:ext cx="2308860" cy="129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114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0F4CE1-A7CD-257F-1C43-B8640C504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1" y="2767477"/>
            <a:ext cx="11221717" cy="38436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0C5970-202D-AC45-13CD-FA6E67026BA2}"/>
              </a:ext>
            </a:extLst>
          </p:cNvPr>
          <p:cNvSpPr txBox="1"/>
          <p:nvPr/>
        </p:nvSpPr>
        <p:spPr>
          <a:xfrm>
            <a:off x="980271" y="1837944"/>
            <a:ext cx="1023145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uploaded the image on Docker Hub for smooth cloud connectivity</a:t>
            </a:r>
          </a:p>
        </p:txBody>
      </p:sp>
    </p:spTree>
    <p:extLst>
      <p:ext uri="{BB962C8B-B14F-4D97-AF65-F5344CB8AC3E}">
        <p14:creationId xmlns:p14="http://schemas.microsoft.com/office/powerpoint/2010/main" val="3905369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AE067B8-CADF-329F-4A6B-830BF3A5566F}"/>
              </a:ext>
            </a:extLst>
          </p:cNvPr>
          <p:cNvSpPr txBox="1">
            <a:spLocks/>
          </p:cNvSpPr>
          <p:nvPr/>
        </p:nvSpPr>
        <p:spPr>
          <a:xfrm>
            <a:off x="1642872" y="2178982"/>
            <a:ext cx="8260080" cy="28776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Stage</a:t>
            </a:r>
          </a:p>
        </p:txBody>
      </p:sp>
    </p:spTree>
    <p:extLst>
      <p:ext uri="{BB962C8B-B14F-4D97-AF65-F5344CB8AC3E}">
        <p14:creationId xmlns:p14="http://schemas.microsoft.com/office/powerpoint/2010/main" val="1990374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4F28-06B4-DC2D-F559-24AA1F34A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4" y="1216151"/>
            <a:ext cx="6556248" cy="64008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Configurations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CC35C-F0E1-FE20-B39D-1FD257945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2194561"/>
            <a:ext cx="11832336" cy="344728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Need to have an account on AWS.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Create an IAM user with necessary permissions and generate access key (AdministratorAccess here).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Download AWS CLI.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On CMD run: aws configure (For connection with your AWS Account)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Check if any default vpc present: 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ec2 describe-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vpcs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--region ap-south-1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else run on CMD: aws ec2 create-default-vpc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 Put Open API key on CMD: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ssm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put-parameter --name "OPENAI_API_KEY" --value “</a:t>
            </a:r>
            <a:r>
              <a:rPr lang="en-US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real_key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--type SecureString</a:t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 Assign an EC2_SSM_Access role to your IAM with EC2 and SSM read only policy.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8) Install Terraform locally.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9) Make sure docker image is publicly accessible.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097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DB7D3-D65D-EBA3-BB83-C1D42E620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2984" y="1097280"/>
            <a:ext cx="3633216" cy="649225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Terraform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2B660-3F8F-8353-E53F-CAD258A32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29969"/>
            <a:ext cx="10820400" cy="2551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Created: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main.tf -&gt; provider and region selection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keypair.tf -&gt; key-pair login for SSH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variables.tf -&gt; declare input variables (which can change)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ec2.tf -&gt; launches ec2 instance, installs 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awscli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docker, retrieves 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 from 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ssm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	runs docker container on port 8501.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Also sets security group allowing ssh (22 port) and 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 (8501 port) access.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 output.tf -&gt; show ec2 public 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ssh command for debugging and 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 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0639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541313-F691-478A-4037-2017F75E61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7" y="2129006"/>
            <a:ext cx="5811061" cy="30388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1356C5-0C9A-A089-AD41-A04923AE14AC}"/>
              </a:ext>
            </a:extLst>
          </p:cNvPr>
          <p:cNvSpPr txBox="1"/>
          <p:nvPr/>
        </p:nvSpPr>
        <p:spPr>
          <a:xfrm>
            <a:off x="9776983" y="1042416"/>
            <a:ext cx="1653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main.tf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0C89A-D92B-DD81-9D35-AF871116DE14}"/>
              </a:ext>
            </a:extLst>
          </p:cNvPr>
          <p:cNvSpPr txBox="1"/>
          <p:nvPr/>
        </p:nvSpPr>
        <p:spPr>
          <a:xfrm>
            <a:off x="8540496" y="1565636"/>
            <a:ext cx="295351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Makes sure terraform is 1.5 or newer</a:t>
            </a:r>
          </a:p>
          <a:p>
            <a:endParaRPr lang="en-IN" sz="2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Declares the plugins like aws, </a:t>
            </a:r>
            <a:r>
              <a:rPr lang="en-IN" sz="2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tls</a:t>
            </a: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(built-in crypto provider) and local</a:t>
            </a:r>
          </a:p>
          <a:p>
            <a:endParaRPr lang="en-IN" sz="2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Configure AWS provider with a variable defined on variables.tf to not make it fixed.</a:t>
            </a:r>
          </a:p>
          <a:p>
            <a:endParaRPr lang="en-IN" sz="2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Didn’t provide credentials here for security.</a:t>
            </a:r>
          </a:p>
        </p:txBody>
      </p:sp>
    </p:spTree>
    <p:extLst>
      <p:ext uri="{BB962C8B-B14F-4D97-AF65-F5344CB8AC3E}">
        <p14:creationId xmlns:p14="http://schemas.microsoft.com/office/powerpoint/2010/main" val="1204291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3D93BE-2649-FEBF-93D2-8C62077BD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5" y="529971"/>
            <a:ext cx="6634663" cy="57980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A4BA19-F5DD-68B3-A1EF-EC872F04942C}"/>
              </a:ext>
            </a:extLst>
          </p:cNvPr>
          <p:cNvSpPr txBox="1"/>
          <p:nvPr/>
        </p:nvSpPr>
        <p:spPr>
          <a:xfrm>
            <a:off x="9855181" y="529971"/>
            <a:ext cx="2157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keypair.tf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CAE830-BC92-DB36-9036-C16CAA625967}"/>
              </a:ext>
            </a:extLst>
          </p:cNvPr>
          <p:cNvSpPr txBox="1"/>
          <p:nvPr/>
        </p:nvSpPr>
        <p:spPr>
          <a:xfrm>
            <a:off x="8001000" y="1335024"/>
            <a:ext cx="39410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a new RSA key locally using Terraform.</a:t>
            </a:r>
          </a:p>
          <a:p>
            <a:endParaRPr lang="en-IN" sz="2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 the public key in AWS as a key pair (so EC2 knows it).</a:t>
            </a:r>
          </a:p>
          <a:p>
            <a:endParaRPr lang="en-IN" sz="2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Stores the private key securely on your local system (so you can connect later via SSH).</a:t>
            </a:r>
          </a:p>
        </p:txBody>
      </p:sp>
    </p:spTree>
    <p:extLst>
      <p:ext uri="{BB962C8B-B14F-4D97-AF65-F5344CB8AC3E}">
        <p14:creationId xmlns:p14="http://schemas.microsoft.com/office/powerpoint/2010/main" val="2097422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5BFA0A-8C74-345E-52AA-A7F0E1E7D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12" y="2271328"/>
            <a:ext cx="8894344" cy="42666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CC9245-C718-0C05-5308-AC313DBFA294}"/>
              </a:ext>
            </a:extLst>
          </p:cNvPr>
          <p:cNvSpPr txBox="1"/>
          <p:nvPr/>
        </p:nvSpPr>
        <p:spPr>
          <a:xfrm>
            <a:off x="9692640" y="905256"/>
            <a:ext cx="2268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variables.tf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B4748-97D3-FDE0-A3D8-E9EE7C6745C3}"/>
              </a:ext>
            </a:extLst>
          </p:cNvPr>
          <p:cNvSpPr txBox="1"/>
          <p:nvPr/>
        </p:nvSpPr>
        <p:spPr>
          <a:xfrm>
            <a:off x="749808" y="1428476"/>
            <a:ext cx="6968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makes out setup configurable and reusable without editing every .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A7FD2-BC02-FD39-BF08-B38B803EB9E6}"/>
              </a:ext>
            </a:extLst>
          </p:cNvPr>
          <p:cNvSpPr txBox="1"/>
          <p:nvPr/>
        </p:nvSpPr>
        <p:spPr>
          <a:xfrm>
            <a:off x="9370603" y="3330842"/>
            <a:ext cx="25906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use different regions, docker image and key-pairs.</a:t>
            </a:r>
          </a:p>
        </p:txBody>
      </p:sp>
    </p:spTree>
    <p:extLst>
      <p:ext uri="{BB962C8B-B14F-4D97-AF65-F5344CB8AC3E}">
        <p14:creationId xmlns:p14="http://schemas.microsoft.com/office/powerpoint/2010/main" val="570823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B4012C-6870-8547-5D87-AF5B42429FC3}"/>
              </a:ext>
            </a:extLst>
          </p:cNvPr>
          <p:cNvSpPr txBox="1"/>
          <p:nvPr/>
        </p:nvSpPr>
        <p:spPr>
          <a:xfrm>
            <a:off x="10515600" y="1097280"/>
            <a:ext cx="13708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ec2.tf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84F4E-87C4-99E5-0306-884A50154522}"/>
              </a:ext>
            </a:extLst>
          </p:cNvPr>
          <p:cNvSpPr txBox="1"/>
          <p:nvPr/>
        </p:nvSpPr>
        <p:spPr>
          <a:xfrm>
            <a:off x="1133856" y="2139696"/>
            <a:ext cx="1004678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the core infrastructure logic of terraform setup. It: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1) Fetches the default VPC in your aws account.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2) Allows your EC2 to fetch secrets like </a:t>
            </a:r>
            <a:r>
              <a:rPr lang="en-IN" sz="2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API_Key</a:t>
            </a: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without hardcoding them.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3) Launches an Ubuntu EC2 instance using AMI.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4) Links to key-pair we created earlier.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5) Assign security groups (inbound/outbound access) and IAM permissions (SSM).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3F539-22A9-9C9A-FFE3-503D1B29D402}"/>
              </a:ext>
            </a:extLst>
          </p:cNvPr>
          <p:cNvSpPr txBox="1"/>
          <p:nvPr/>
        </p:nvSpPr>
        <p:spPr>
          <a:xfrm>
            <a:off x="1133856" y="4263354"/>
            <a:ext cx="5935407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also runs a bash file which: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1) Redirects output to a log file with </a:t>
            </a:r>
            <a:r>
              <a:rPr lang="en-IN" sz="2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eux</a:t>
            </a: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flags.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2) Install dependencies, AWS CLI and Docker.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3) Retrieve API Key.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4) Run Docker container.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AFEB2-48D4-CFCD-4193-89B625DD6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806" y="4564951"/>
            <a:ext cx="36957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53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7A4A75-B106-118D-D08C-ADCA8E0AE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1" y="871595"/>
            <a:ext cx="7472010" cy="41210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638D63-7557-0EE6-B5B8-686F0BE26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2088" y="1389888"/>
            <a:ext cx="4168210" cy="52669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F6E672-1A03-187A-9696-15B8FD2C4AC7}"/>
              </a:ext>
            </a:extLst>
          </p:cNvPr>
          <p:cNvSpPr txBox="1"/>
          <p:nvPr/>
        </p:nvSpPr>
        <p:spPr>
          <a:xfrm>
            <a:off x="1106840" y="4992624"/>
            <a:ext cx="54673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VPC, IAM role and instance creation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33195-D12A-C65E-E002-B82D04804970}"/>
              </a:ext>
            </a:extLst>
          </p:cNvPr>
          <p:cNvSpPr txBox="1"/>
          <p:nvPr/>
        </p:nvSpPr>
        <p:spPr>
          <a:xfrm>
            <a:off x="7754113" y="254732"/>
            <a:ext cx="416618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Inbound – 22 and 8501</a:t>
            </a:r>
            <a:b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Outbound – to anywhere</a:t>
            </a:r>
          </a:p>
        </p:txBody>
      </p:sp>
    </p:spTree>
    <p:extLst>
      <p:ext uri="{BB962C8B-B14F-4D97-AF65-F5344CB8AC3E}">
        <p14:creationId xmlns:p14="http://schemas.microsoft.com/office/powerpoint/2010/main" val="1153296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C54959-FF43-B4B4-B29C-3B421F93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25" y="655520"/>
            <a:ext cx="10400613" cy="61027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0D54F0-2972-985D-ADC3-73634C5BF759}"/>
              </a:ext>
            </a:extLst>
          </p:cNvPr>
          <p:cNvSpPr txBox="1"/>
          <p:nvPr/>
        </p:nvSpPr>
        <p:spPr>
          <a:xfrm>
            <a:off x="8366760" y="163077"/>
            <a:ext cx="178766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Bash script</a:t>
            </a:r>
          </a:p>
        </p:txBody>
      </p:sp>
    </p:spTree>
    <p:extLst>
      <p:ext uri="{BB962C8B-B14F-4D97-AF65-F5344CB8AC3E}">
        <p14:creationId xmlns:p14="http://schemas.microsoft.com/office/powerpoint/2010/main" val="3345018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B5F4E4-DC14-E82D-ACB8-4FA6980C3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35" y="3131549"/>
            <a:ext cx="10701800" cy="344076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D3DE7B-B9D9-B1A2-01F5-2869DDEBBC2C}"/>
              </a:ext>
            </a:extLst>
          </p:cNvPr>
          <p:cNvSpPr txBox="1"/>
          <p:nvPr/>
        </p:nvSpPr>
        <p:spPr>
          <a:xfrm>
            <a:off x="9518904" y="969264"/>
            <a:ext cx="20345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outputs.tf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BAEB5-3B1F-C0BA-0FFD-843D492B3CD5}"/>
              </a:ext>
            </a:extLst>
          </p:cNvPr>
          <p:cNvSpPr txBox="1"/>
          <p:nvPr/>
        </p:nvSpPr>
        <p:spPr>
          <a:xfrm>
            <a:off x="6533379" y="1588741"/>
            <a:ext cx="502005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will show:</a:t>
            </a:r>
            <a:b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EC2 instance public IP, </a:t>
            </a: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ready-to-use SSH command</a:t>
            </a:r>
            <a:r>
              <a:rPr lang="en-US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debugging and </a:t>
            </a:r>
            <a:r>
              <a:rPr lang="en-IN" sz="2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 app URL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524BB-CA47-FCB0-5EA8-DB4DE56FFA78}"/>
              </a:ext>
            </a:extLst>
          </p:cNvPr>
          <p:cNvSpPr txBox="1"/>
          <p:nvPr/>
        </p:nvSpPr>
        <p:spPr>
          <a:xfrm>
            <a:off x="1071091" y="1588741"/>
            <a:ext cx="4351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sure to change </a:t>
            </a:r>
            <a:r>
              <a:rPr lang="en-IN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pem</a:t>
            </a: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permission to read only before debugging.</a:t>
            </a:r>
          </a:p>
        </p:txBody>
      </p:sp>
    </p:spTree>
    <p:extLst>
      <p:ext uri="{BB962C8B-B14F-4D97-AF65-F5344CB8AC3E}">
        <p14:creationId xmlns:p14="http://schemas.microsoft.com/office/powerpoint/2010/main" val="1532915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1B84-39AF-BD32-3F68-7AC01DD96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5112" y="255267"/>
            <a:ext cx="2289048" cy="722376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4E087-90E4-1DA7-DD56-D281597D5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1178431"/>
            <a:ext cx="10820400" cy="2250569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Built a fully automated, self-healing monitoring pipeline using Terraform, AWS and Dockerised Nagios.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	Terraform deploys Streamlit app EC2.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Terraform waits until the Streamlit app is actually live.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Then Terraform automatically creates another EC2 (Nagios server).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The EC2_nagios builds, configures, and runs a Nagios container that continuously </a:t>
            </a:r>
            <a:b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checks the Streamlit app’s health.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D7BE4C-5317-5CF6-E53F-2A52E7C51F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02" y="3429000"/>
            <a:ext cx="10045693" cy="321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73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1EDC5D-AE9C-C138-DA4B-19F4BAD21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03" y="466344"/>
            <a:ext cx="11165625" cy="555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093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18367E-7EA9-0EC2-B4E4-1B886930B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272121"/>
            <a:ext cx="10180320" cy="63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55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CEF817-AEBF-272B-E1A5-2D78FC3C86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71" y="651412"/>
            <a:ext cx="7147233" cy="52625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8EC6A7-8228-0486-D668-9322398671A4}"/>
              </a:ext>
            </a:extLst>
          </p:cNvPr>
          <p:cNvSpPr txBox="1"/>
          <p:nvPr/>
        </p:nvSpPr>
        <p:spPr>
          <a:xfrm>
            <a:off x="8586216" y="2542032"/>
            <a:ext cx="252222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Groups</a:t>
            </a:r>
          </a:p>
        </p:txBody>
      </p:sp>
    </p:spTree>
    <p:extLst>
      <p:ext uri="{BB962C8B-B14F-4D97-AF65-F5344CB8AC3E}">
        <p14:creationId xmlns:p14="http://schemas.microsoft.com/office/powerpoint/2010/main" val="1955407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B86311-74FC-F85A-22E1-C6C7D438D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63" y="711436"/>
            <a:ext cx="7415537" cy="54351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9CB869-EB65-9CE3-8963-93C61B6C0116}"/>
              </a:ext>
            </a:extLst>
          </p:cNvPr>
          <p:cNvSpPr txBox="1"/>
          <p:nvPr/>
        </p:nvSpPr>
        <p:spPr>
          <a:xfrm>
            <a:off x="8714232" y="2587752"/>
            <a:ext cx="27815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 for Streamlit</a:t>
            </a:r>
          </a:p>
        </p:txBody>
      </p:sp>
    </p:spTree>
    <p:extLst>
      <p:ext uri="{BB962C8B-B14F-4D97-AF65-F5344CB8AC3E}">
        <p14:creationId xmlns:p14="http://schemas.microsoft.com/office/powerpoint/2010/main" val="2725284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E0FD6-0C99-5237-9C25-F797724D6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73" y="176077"/>
            <a:ext cx="6292688" cy="17991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325863-BA3D-8AC5-0DA3-6F2DD7680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243" y="2183153"/>
            <a:ext cx="4578332" cy="4336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9D347C-D7E1-7967-A358-7944439BAE4A}"/>
              </a:ext>
            </a:extLst>
          </p:cNvPr>
          <p:cNvSpPr txBox="1"/>
          <p:nvPr/>
        </p:nvSpPr>
        <p:spPr>
          <a:xfrm>
            <a:off x="7223760" y="829443"/>
            <a:ext cx="331533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Nagios_EC2_Instance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0F64D1-8ADB-A0B8-FE65-CCFCD93BC526}"/>
              </a:ext>
            </a:extLst>
          </p:cNvPr>
          <p:cNvSpPr txBox="1"/>
          <p:nvPr/>
        </p:nvSpPr>
        <p:spPr>
          <a:xfrm>
            <a:off x="6693408" y="3963792"/>
            <a:ext cx="496482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Nagios Monitoring Configuration</a:t>
            </a:r>
          </a:p>
        </p:txBody>
      </p:sp>
    </p:spTree>
    <p:extLst>
      <p:ext uri="{BB962C8B-B14F-4D97-AF65-F5344CB8AC3E}">
        <p14:creationId xmlns:p14="http://schemas.microsoft.com/office/powerpoint/2010/main" val="53892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E35FA6-E57F-A7EF-C2B5-E34C6CA2B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97" y="1734540"/>
            <a:ext cx="11869806" cy="4925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022BCA-F15D-92DD-1501-C65231F3E8D2}"/>
              </a:ext>
            </a:extLst>
          </p:cNvPr>
          <p:cNvSpPr txBox="1"/>
          <p:nvPr/>
        </p:nvSpPr>
        <p:spPr>
          <a:xfrm>
            <a:off x="2651760" y="704088"/>
            <a:ext cx="49340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Cli, docker and Nagios setup</a:t>
            </a:r>
          </a:p>
        </p:txBody>
      </p:sp>
    </p:spTree>
    <p:extLst>
      <p:ext uri="{BB962C8B-B14F-4D97-AF65-F5344CB8AC3E}">
        <p14:creationId xmlns:p14="http://schemas.microsoft.com/office/powerpoint/2010/main" val="3932062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946B7-0ECB-2198-8FA3-A12AC7020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69" y="1091682"/>
            <a:ext cx="6641534" cy="46559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D5C575-5060-1309-3484-5B36B3670BFA}"/>
              </a:ext>
            </a:extLst>
          </p:cNvPr>
          <p:cNvSpPr txBox="1"/>
          <p:nvPr/>
        </p:nvSpPr>
        <p:spPr>
          <a:xfrm>
            <a:off x="6792685" y="382012"/>
            <a:ext cx="507585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Run Nagios container on port 80</a:t>
            </a:r>
            <a:b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Binds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cfg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into servers folder</a:t>
            </a:r>
            <a:b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Adds a delay to let Nagios inside the container come up before modifying config.</a:t>
            </a:r>
            <a:b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Uncomment the servers directory. By default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jasonrivers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nagios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container comments them all so Nagios doesn’t waste time scanning.</a:t>
            </a:r>
            <a:b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Restart Nagios to apply changes</a:t>
            </a:r>
            <a:b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Run Validation </a:t>
            </a: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daemonization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don’t abort the script if they fail.</a:t>
            </a:r>
          </a:p>
        </p:txBody>
      </p:sp>
    </p:spTree>
    <p:extLst>
      <p:ext uri="{BB962C8B-B14F-4D97-AF65-F5344CB8AC3E}">
        <p14:creationId xmlns:p14="http://schemas.microsoft.com/office/powerpoint/2010/main" val="268057058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798</TotalTime>
  <Words>1192</Words>
  <Application>Microsoft Office PowerPoint</Application>
  <PresentationFormat>Widescreen</PresentationFormat>
  <Paragraphs>74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Century Gothic</vt:lpstr>
      <vt:lpstr>Times New Roman</vt:lpstr>
      <vt:lpstr>Vapor Trail</vt:lpstr>
      <vt:lpstr>PDF Assistant</vt:lpstr>
      <vt:lpstr>Stages</vt:lpstr>
      <vt:lpstr>Build Stage</vt:lpstr>
      <vt:lpstr>Backend Logic</vt:lpstr>
      <vt:lpstr>PowerPoint Presentation</vt:lpstr>
      <vt:lpstr>PowerPoint Presentation</vt:lpstr>
      <vt:lpstr>PowerPoint Presentation</vt:lpstr>
      <vt:lpstr>PowerPoint Presentation</vt:lpstr>
      <vt:lpstr>Streamlit App</vt:lpstr>
      <vt:lpstr>PowerPoint Presentation</vt:lpstr>
      <vt:lpstr>PowerPoint Presentation</vt:lpstr>
      <vt:lpstr>PowerPoint Presentation</vt:lpstr>
      <vt:lpstr>PowerPoint Presentation</vt:lpstr>
      <vt:lpstr>Containerization</vt:lpstr>
      <vt:lpstr>PowerPoint Presentation</vt:lpstr>
      <vt:lpstr>PowerPoint Presentation</vt:lpstr>
      <vt:lpstr>Basic Configurations</vt:lpstr>
      <vt:lpstr>Terraform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Nagios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Shivang Shukla</dc:creator>
  <cp:lastModifiedBy>Shivang Shukla</cp:lastModifiedBy>
  <cp:revision>123</cp:revision>
  <dcterms:created xsi:type="dcterms:W3CDTF">2025-11-07T16:35:17Z</dcterms:created>
  <dcterms:modified xsi:type="dcterms:W3CDTF">2025-11-12T11:30:25Z</dcterms:modified>
</cp:coreProperties>
</file>